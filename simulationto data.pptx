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8A6309-0AEF-DD57-10EC-7F38E1C59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79A5C90-4A5D-C08F-9B4E-3C18D86FA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241897-7362-3795-1BA4-D1FEF47E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00CB-4395-4768-85D1-DB37680BBF1C}" type="datetimeFigureOut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527D5F-C249-6A7A-BF63-5BDE27842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34E2A3-B8CD-38DC-98E0-8954E6490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FFF3-0C73-4733-B626-CE4FB4606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530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0F2EC-FB84-55D7-6D31-B9EEBD4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F0D553-6948-6751-C29E-28582AF88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3C70ED-25E3-0313-BB9B-5C87FAE60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00CB-4395-4768-85D1-DB37680BBF1C}" type="datetimeFigureOut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F862E3-4F9C-0016-88BF-8BE30D54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081A7A-5656-519E-99BC-776B9DD2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FFF3-0C73-4733-B626-CE4FB4606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92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EF5F52-51A7-E0FD-D343-740435F2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3FE5A2-67E0-7A83-CB92-3B16AFEA5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1BD65C-576B-1575-C984-AD8FE67D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00CB-4395-4768-85D1-DB37680BBF1C}" type="datetimeFigureOut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E9DCE4-FA1C-9DEB-107B-BB0D0FD1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6F6B9B-29C2-69E7-3FC0-DD3B912C6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FFF3-0C73-4733-B626-CE4FB4606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10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5FDF72-1E8E-E74F-0EA6-70581B64F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FD25B0-DD51-CFEC-664C-912E4DA41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C9D14D-6E9F-4B35-4803-B1283BD4C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499C3D-EA4F-B521-32E1-2E8C61D2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00CB-4395-4768-85D1-DB37680BBF1C}" type="datetimeFigureOut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58C9BB-53C4-710C-D763-F71A22253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26983F-6812-960E-828F-A38D972AD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FFF3-0C73-4733-B626-CE4FB4606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02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D5D7FC-BED0-F324-7592-61F03866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342F49-843E-F251-1BFF-2BA8EDC61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9BF9B45-46C4-9E10-FDE3-75771B844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0CC652B-C302-618C-D4D5-298D00F66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E9C42E9-544F-815C-A818-652D23B4B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F433A46-9689-9E35-F9A0-F3513450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00CB-4395-4768-85D1-DB37680BBF1C}" type="datetimeFigureOut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DC70E87-A888-75CD-D112-9E6FFBF5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D55A09E-8E90-7339-D2D4-58C8CEDCC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FFF3-0C73-4733-B626-CE4FB4606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62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921B07-987B-2A20-FF87-2DB8065ED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326A2A-1CC8-707A-5349-02CD2C6B3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00CB-4395-4768-85D1-DB37680BBF1C}" type="datetimeFigureOut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73C5DA7-841B-5612-B3AC-0B0B8A7F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8A3C6B2-DAC3-E09A-136E-836A8CC97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FFF3-0C73-4733-B626-CE4FB4606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36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8AA28C2-4986-0AAE-9824-A01FB3133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00CB-4395-4768-85D1-DB37680BBF1C}" type="datetimeFigureOut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181B4A-A27C-548A-B225-8F4C2CA37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D9ED16-4C35-1D36-1109-0B78C73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FFF3-0C73-4733-B626-CE4FB4606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90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AD1D7D-86D9-1845-AF92-F6C424CFF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E5B8A6-4F9D-8704-8F46-60027111A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3C5BAA-C476-109B-DFEC-A505C4435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A7B527-19D2-4106-EC45-6D587029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00CB-4395-4768-85D1-DB37680BBF1C}" type="datetimeFigureOut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3EEB5D-07F6-2A73-8495-D6492AB0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68D122-5C8E-6DAF-C92F-8AA7E96A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FFF3-0C73-4733-B626-CE4FB4606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3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239931-2651-897C-3511-6D6141ABB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74B824D-D8B0-0850-190B-4EBBCBB4FC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B3ECB1-1B77-2CDC-F4E3-2D9B65103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6643D4-3731-4180-5305-8948C37E8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00CB-4395-4768-85D1-DB37680BBF1C}" type="datetimeFigureOut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C5FBF9-363C-B808-AA04-5DAE4E43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C6B98B-A09C-8ABF-F40F-F1152683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FFF3-0C73-4733-B626-CE4FB4606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8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2B630-DF3C-B6B0-8B98-E584F19C0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21396AA-21C7-5D3F-2F56-37938A632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DCBB23-A9E0-36F4-1A33-656BF4874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00CB-4395-4768-85D1-DB37680BBF1C}" type="datetimeFigureOut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DAA1E9-02AE-F074-D2EC-BC9AA3ADC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88FBFC-D0E5-EA83-EEBF-220C2C56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FFF3-0C73-4733-B626-CE4FB4606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174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F938524-FE56-A071-457E-DC5ED8CD4B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96EC69-1198-4911-6432-0A94445C4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017AE1-4DB2-0029-2A54-BD979E7DF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00CB-4395-4768-85D1-DB37680BBF1C}" type="datetimeFigureOut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7FA4EA-441B-B6E3-314A-3BAC2B150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36B2E7-09ED-9A48-F4C5-28F9E097B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FFF3-0C73-4733-B626-CE4FB4606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490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FCB85EF-FCF5-5144-621D-F42E5808F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CDF01C-4BA3-0180-A999-F2F9BA78D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A71A29-7750-D976-AD8F-7CF6DD1C1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000CB-4395-4768-85D1-DB37680BBF1C}" type="datetimeFigureOut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CDEBD5-4D5B-D235-144A-E76D3625E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2735E5-054D-35ED-2C9E-E17F86C7F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6FFF3-0C73-4733-B626-CE4FB4606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845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88DE358-D100-8205-DAD5-4E4B353450B1}"/>
              </a:ext>
            </a:extLst>
          </p:cNvPr>
          <p:cNvSpPr txBox="1"/>
          <p:nvPr/>
        </p:nvSpPr>
        <p:spPr>
          <a:xfrm>
            <a:off x="433633" y="443059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卡哦哦平，</a:t>
            </a:r>
            <a:r>
              <a:rPr lang="en-US" altLang="zh-CN" dirty="0"/>
              <a:t>am</a:t>
            </a:r>
            <a:r>
              <a:rPr lang="ja-JP" altLang="en-US" dirty="0"/>
              <a:t>原理説明</a:t>
            </a:r>
            <a:endParaRPr lang="zh-CN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44E0C6-2CF6-2368-8932-8D3C5A4BBBB3}"/>
              </a:ext>
            </a:extLst>
          </p:cNvPr>
          <p:cNvSpPr txBox="1"/>
          <p:nvPr/>
        </p:nvSpPr>
        <p:spPr>
          <a:xfrm>
            <a:off x="725862" y="2523760"/>
            <a:ext cx="136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GUI </a:t>
            </a:r>
            <a:r>
              <a:rPr lang="ja-JP" altLang="en-US" dirty="0"/>
              <a:t>から  </a:t>
            </a:r>
            <a:endParaRPr lang="zh-CN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4D235A8-5574-50A5-F1B5-775E457D94B4}"/>
              </a:ext>
            </a:extLst>
          </p:cNvPr>
          <p:cNvSpPr txBox="1"/>
          <p:nvPr/>
        </p:nvSpPr>
        <p:spPr>
          <a:xfrm>
            <a:off x="725862" y="2931737"/>
            <a:ext cx="1885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SimXXX.m</a:t>
            </a:r>
            <a:r>
              <a:rPr lang="en-US" altLang="zh-CN" dirty="0"/>
              <a:t> </a:t>
            </a:r>
            <a:r>
              <a:rPr lang="ja-JP" altLang="en-US" dirty="0"/>
              <a:t>から  </a:t>
            </a:r>
            <a:endParaRPr lang="zh-CN" altLang="en-US" dirty="0"/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0AE7E249-E685-F44E-FE72-CC828BC2709A}"/>
              </a:ext>
            </a:extLst>
          </p:cNvPr>
          <p:cNvGrpSpPr/>
          <p:nvPr/>
        </p:nvGrpSpPr>
        <p:grpSpPr>
          <a:xfrm>
            <a:off x="4945145" y="443059"/>
            <a:ext cx="4755037" cy="2056234"/>
            <a:chOff x="5605021" y="1133400"/>
            <a:chExt cx="4755037" cy="2056234"/>
          </a:xfrm>
        </p:grpSpPr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8C9FD39C-45C5-ECB5-C76E-A18B730EEA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4470" y="2799761"/>
              <a:ext cx="4485588" cy="205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96038CF4-547A-4F25-1C04-ADC0B846B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4470" y="1302587"/>
              <a:ext cx="0" cy="15177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F3278996-23E9-D069-5822-80A67C44DFC1}"/>
                </a:ext>
              </a:extLst>
            </p:cNvPr>
            <p:cNvSpPr txBox="1"/>
            <p:nvPr/>
          </p:nvSpPr>
          <p:spPr>
            <a:xfrm>
              <a:off x="5605021" y="2752629"/>
              <a:ext cx="183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5D035612-F283-BF46-73C0-F3987B41A3E9}"/>
                </a:ext>
              </a:extLst>
            </p:cNvPr>
            <p:cNvSpPr txBox="1"/>
            <p:nvPr/>
          </p:nvSpPr>
          <p:spPr>
            <a:xfrm>
              <a:off x="10009695" y="2820302"/>
              <a:ext cx="183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t</a:t>
              </a:r>
              <a:endParaRPr lang="zh-CN" altLang="en-US" dirty="0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1EA9C3D7-3D12-8E92-9644-26F8E235E5E3}"/>
                </a:ext>
              </a:extLst>
            </p:cNvPr>
            <p:cNvSpPr txBox="1"/>
            <p:nvPr/>
          </p:nvSpPr>
          <p:spPr>
            <a:xfrm>
              <a:off x="5987592" y="1133400"/>
              <a:ext cx="19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d</a:t>
              </a:r>
              <a:endParaRPr lang="zh-CN" altLang="en-US" dirty="0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F47B72E2-23F6-15CC-7983-1B1364DE8ECB}"/>
                </a:ext>
              </a:extLst>
            </p:cNvPr>
            <p:cNvSpPr/>
            <p:nvPr/>
          </p:nvSpPr>
          <p:spPr>
            <a:xfrm>
              <a:off x="6377234" y="1282046"/>
              <a:ext cx="3855563" cy="1517715"/>
            </a:xfrm>
            <a:custGeom>
              <a:avLst/>
              <a:gdLst>
                <a:gd name="connsiteX0" fmla="*/ 0 w 3855563"/>
                <a:gd name="connsiteY0" fmla="*/ 1423447 h 1517715"/>
                <a:gd name="connsiteX1" fmla="*/ 18853 w 3855563"/>
                <a:gd name="connsiteY1" fmla="*/ 1253765 h 1517715"/>
                <a:gd name="connsiteX2" fmla="*/ 28280 w 3855563"/>
                <a:gd name="connsiteY2" fmla="*/ 1197204 h 1517715"/>
                <a:gd name="connsiteX3" fmla="*/ 65987 w 3855563"/>
                <a:gd name="connsiteY3" fmla="*/ 1131216 h 1517715"/>
                <a:gd name="connsiteX4" fmla="*/ 103695 w 3855563"/>
                <a:gd name="connsiteY4" fmla="*/ 1055802 h 1517715"/>
                <a:gd name="connsiteX5" fmla="*/ 150829 w 3855563"/>
                <a:gd name="connsiteY5" fmla="*/ 1018095 h 1517715"/>
                <a:gd name="connsiteX6" fmla="*/ 197963 w 3855563"/>
                <a:gd name="connsiteY6" fmla="*/ 942680 h 1517715"/>
                <a:gd name="connsiteX7" fmla="*/ 245097 w 3855563"/>
                <a:gd name="connsiteY7" fmla="*/ 904973 h 1517715"/>
                <a:gd name="connsiteX8" fmla="*/ 301658 w 3855563"/>
                <a:gd name="connsiteY8" fmla="*/ 838985 h 1517715"/>
                <a:gd name="connsiteX9" fmla="*/ 377072 w 3855563"/>
                <a:gd name="connsiteY9" fmla="*/ 772998 h 1517715"/>
                <a:gd name="connsiteX10" fmla="*/ 395926 w 3855563"/>
                <a:gd name="connsiteY10" fmla="*/ 744717 h 1517715"/>
                <a:gd name="connsiteX11" fmla="*/ 424206 w 3855563"/>
                <a:gd name="connsiteY11" fmla="*/ 725864 h 1517715"/>
                <a:gd name="connsiteX12" fmla="*/ 537328 w 3855563"/>
                <a:gd name="connsiteY12" fmla="*/ 631596 h 1517715"/>
                <a:gd name="connsiteX13" fmla="*/ 565608 w 3855563"/>
                <a:gd name="connsiteY13" fmla="*/ 622169 h 1517715"/>
                <a:gd name="connsiteX14" fmla="*/ 622169 w 3855563"/>
                <a:gd name="connsiteY14" fmla="*/ 575035 h 1517715"/>
                <a:gd name="connsiteX15" fmla="*/ 659876 w 3855563"/>
                <a:gd name="connsiteY15" fmla="*/ 537328 h 1517715"/>
                <a:gd name="connsiteX16" fmla="*/ 735291 w 3855563"/>
                <a:gd name="connsiteY16" fmla="*/ 499620 h 1517715"/>
                <a:gd name="connsiteX17" fmla="*/ 838985 w 3855563"/>
                <a:gd name="connsiteY17" fmla="*/ 424206 h 1517715"/>
                <a:gd name="connsiteX18" fmla="*/ 886119 w 3855563"/>
                <a:gd name="connsiteY18" fmla="*/ 395926 h 1517715"/>
                <a:gd name="connsiteX19" fmla="*/ 942680 w 3855563"/>
                <a:gd name="connsiteY19" fmla="*/ 386499 h 1517715"/>
                <a:gd name="connsiteX20" fmla="*/ 980387 w 3855563"/>
                <a:gd name="connsiteY20" fmla="*/ 377072 h 1517715"/>
                <a:gd name="connsiteX21" fmla="*/ 1027521 w 3855563"/>
                <a:gd name="connsiteY21" fmla="*/ 358218 h 1517715"/>
                <a:gd name="connsiteX22" fmla="*/ 1282045 w 3855563"/>
                <a:gd name="connsiteY22" fmla="*/ 339365 h 1517715"/>
                <a:gd name="connsiteX23" fmla="*/ 1640264 w 3855563"/>
                <a:gd name="connsiteY23" fmla="*/ 311084 h 1517715"/>
                <a:gd name="connsiteX24" fmla="*/ 1725105 w 3855563"/>
                <a:gd name="connsiteY24" fmla="*/ 301657 h 1517715"/>
                <a:gd name="connsiteX25" fmla="*/ 1875934 w 3855563"/>
                <a:gd name="connsiteY25" fmla="*/ 292231 h 1517715"/>
                <a:gd name="connsiteX26" fmla="*/ 1894787 w 3855563"/>
                <a:gd name="connsiteY26" fmla="*/ 226243 h 1517715"/>
                <a:gd name="connsiteX27" fmla="*/ 1904214 w 3855563"/>
                <a:gd name="connsiteY27" fmla="*/ 188536 h 1517715"/>
                <a:gd name="connsiteX28" fmla="*/ 1932495 w 3855563"/>
                <a:gd name="connsiteY28" fmla="*/ 150829 h 1517715"/>
                <a:gd name="connsiteX29" fmla="*/ 1941921 w 3855563"/>
                <a:gd name="connsiteY29" fmla="*/ 122548 h 1517715"/>
                <a:gd name="connsiteX30" fmla="*/ 2036189 w 3855563"/>
                <a:gd name="connsiteY30" fmla="*/ 47134 h 1517715"/>
                <a:gd name="connsiteX31" fmla="*/ 2130458 w 3855563"/>
                <a:gd name="connsiteY31" fmla="*/ 9427 h 1517715"/>
                <a:gd name="connsiteX32" fmla="*/ 2243579 w 3855563"/>
                <a:gd name="connsiteY32" fmla="*/ 0 h 1517715"/>
                <a:gd name="connsiteX33" fmla="*/ 2337847 w 3855563"/>
                <a:gd name="connsiteY33" fmla="*/ 28280 h 1517715"/>
                <a:gd name="connsiteX34" fmla="*/ 2375554 w 3855563"/>
                <a:gd name="connsiteY34" fmla="*/ 56561 h 1517715"/>
                <a:gd name="connsiteX35" fmla="*/ 2441542 w 3855563"/>
                <a:gd name="connsiteY35" fmla="*/ 131975 h 1517715"/>
                <a:gd name="connsiteX36" fmla="*/ 2460396 w 3855563"/>
                <a:gd name="connsiteY36" fmla="*/ 160255 h 1517715"/>
                <a:gd name="connsiteX37" fmla="*/ 2488676 w 3855563"/>
                <a:gd name="connsiteY37" fmla="*/ 188536 h 1517715"/>
                <a:gd name="connsiteX38" fmla="*/ 2526383 w 3855563"/>
                <a:gd name="connsiteY38" fmla="*/ 263950 h 1517715"/>
                <a:gd name="connsiteX39" fmla="*/ 2601798 w 3855563"/>
                <a:gd name="connsiteY39" fmla="*/ 320511 h 1517715"/>
                <a:gd name="connsiteX40" fmla="*/ 2667785 w 3855563"/>
                <a:gd name="connsiteY40" fmla="*/ 301657 h 1517715"/>
                <a:gd name="connsiteX41" fmla="*/ 2686639 w 3855563"/>
                <a:gd name="connsiteY41" fmla="*/ 273377 h 1517715"/>
                <a:gd name="connsiteX42" fmla="*/ 2724346 w 3855563"/>
                <a:gd name="connsiteY42" fmla="*/ 245097 h 1517715"/>
                <a:gd name="connsiteX43" fmla="*/ 2771480 w 3855563"/>
                <a:gd name="connsiteY43" fmla="*/ 188536 h 1517715"/>
                <a:gd name="connsiteX44" fmla="*/ 2780907 w 3855563"/>
                <a:gd name="connsiteY44" fmla="*/ 150829 h 1517715"/>
                <a:gd name="connsiteX45" fmla="*/ 2941163 w 3855563"/>
                <a:gd name="connsiteY45" fmla="*/ 141402 h 1517715"/>
                <a:gd name="connsiteX46" fmla="*/ 2997724 w 3855563"/>
                <a:gd name="connsiteY46" fmla="*/ 188536 h 1517715"/>
                <a:gd name="connsiteX47" fmla="*/ 3016577 w 3855563"/>
                <a:gd name="connsiteY47" fmla="*/ 226243 h 1517715"/>
                <a:gd name="connsiteX48" fmla="*/ 3091992 w 3855563"/>
                <a:gd name="connsiteY48" fmla="*/ 311084 h 1517715"/>
                <a:gd name="connsiteX49" fmla="*/ 3120272 w 3855563"/>
                <a:gd name="connsiteY49" fmla="*/ 386499 h 1517715"/>
                <a:gd name="connsiteX50" fmla="*/ 3167406 w 3855563"/>
                <a:gd name="connsiteY50" fmla="*/ 480767 h 1517715"/>
                <a:gd name="connsiteX51" fmla="*/ 3195686 w 3855563"/>
                <a:gd name="connsiteY51" fmla="*/ 527901 h 1517715"/>
                <a:gd name="connsiteX52" fmla="*/ 3214540 w 3855563"/>
                <a:gd name="connsiteY52" fmla="*/ 584462 h 1517715"/>
                <a:gd name="connsiteX53" fmla="*/ 3233394 w 3855563"/>
                <a:gd name="connsiteY53" fmla="*/ 659876 h 1517715"/>
                <a:gd name="connsiteX54" fmla="*/ 3280528 w 3855563"/>
                <a:gd name="connsiteY54" fmla="*/ 763571 h 1517715"/>
                <a:gd name="connsiteX55" fmla="*/ 3308808 w 3855563"/>
                <a:gd name="connsiteY55" fmla="*/ 810705 h 1517715"/>
                <a:gd name="connsiteX56" fmla="*/ 3346515 w 3855563"/>
                <a:gd name="connsiteY56" fmla="*/ 895546 h 1517715"/>
                <a:gd name="connsiteX57" fmla="*/ 3365369 w 3855563"/>
                <a:gd name="connsiteY57" fmla="*/ 961534 h 1517715"/>
                <a:gd name="connsiteX58" fmla="*/ 3412503 w 3855563"/>
                <a:gd name="connsiteY58" fmla="*/ 1046375 h 1517715"/>
                <a:gd name="connsiteX59" fmla="*/ 3431357 w 3855563"/>
                <a:gd name="connsiteY59" fmla="*/ 1084082 h 1517715"/>
                <a:gd name="connsiteX60" fmla="*/ 3469064 w 3855563"/>
                <a:gd name="connsiteY60" fmla="*/ 1121789 h 1517715"/>
                <a:gd name="connsiteX61" fmla="*/ 3525625 w 3855563"/>
                <a:gd name="connsiteY61" fmla="*/ 1197204 h 1517715"/>
                <a:gd name="connsiteX62" fmla="*/ 3544478 w 3855563"/>
                <a:gd name="connsiteY62" fmla="*/ 1225484 h 1517715"/>
                <a:gd name="connsiteX63" fmla="*/ 3572759 w 3855563"/>
                <a:gd name="connsiteY63" fmla="*/ 1253765 h 1517715"/>
                <a:gd name="connsiteX64" fmla="*/ 3610466 w 3855563"/>
                <a:gd name="connsiteY64" fmla="*/ 1348033 h 1517715"/>
                <a:gd name="connsiteX65" fmla="*/ 3629319 w 3855563"/>
                <a:gd name="connsiteY65" fmla="*/ 1376313 h 1517715"/>
                <a:gd name="connsiteX66" fmla="*/ 3667027 w 3855563"/>
                <a:gd name="connsiteY66" fmla="*/ 1395167 h 1517715"/>
                <a:gd name="connsiteX67" fmla="*/ 3695307 w 3855563"/>
                <a:gd name="connsiteY67" fmla="*/ 1404594 h 1517715"/>
                <a:gd name="connsiteX68" fmla="*/ 3770721 w 3855563"/>
                <a:gd name="connsiteY68" fmla="*/ 1423447 h 1517715"/>
                <a:gd name="connsiteX69" fmla="*/ 3846136 w 3855563"/>
                <a:gd name="connsiteY69" fmla="*/ 1498862 h 1517715"/>
                <a:gd name="connsiteX70" fmla="*/ 3855563 w 3855563"/>
                <a:gd name="connsiteY70" fmla="*/ 1517715 h 15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855563" h="1517715">
                  <a:moveTo>
                    <a:pt x="0" y="1423447"/>
                  </a:moveTo>
                  <a:cubicBezTo>
                    <a:pt x="6284" y="1366886"/>
                    <a:pt x="11794" y="1310234"/>
                    <a:pt x="18853" y="1253765"/>
                  </a:cubicBezTo>
                  <a:cubicBezTo>
                    <a:pt x="21224" y="1234799"/>
                    <a:pt x="22788" y="1215512"/>
                    <a:pt x="28280" y="1197204"/>
                  </a:cubicBezTo>
                  <a:cubicBezTo>
                    <a:pt x="40673" y="1155895"/>
                    <a:pt x="48633" y="1165924"/>
                    <a:pt x="65987" y="1131216"/>
                  </a:cubicBezTo>
                  <a:cubicBezTo>
                    <a:pt x="87391" y="1088408"/>
                    <a:pt x="58901" y="1106194"/>
                    <a:pt x="103695" y="1055802"/>
                  </a:cubicBezTo>
                  <a:cubicBezTo>
                    <a:pt x="117062" y="1040764"/>
                    <a:pt x="136602" y="1032322"/>
                    <a:pt x="150829" y="1018095"/>
                  </a:cubicBezTo>
                  <a:cubicBezTo>
                    <a:pt x="275493" y="893429"/>
                    <a:pt x="93416" y="1062161"/>
                    <a:pt x="197963" y="942680"/>
                  </a:cubicBezTo>
                  <a:cubicBezTo>
                    <a:pt x="211212" y="927538"/>
                    <a:pt x="229955" y="918222"/>
                    <a:pt x="245097" y="904973"/>
                  </a:cubicBezTo>
                  <a:cubicBezTo>
                    <a:pt x="285195" y="869887"/>
                    <a:pt x="264543" y="882285"/>
                    <a:pt x="301658" y="838985"/>
                  </a:cubicBezTo>
                  <a:cubicBezTo>
                    <a:pt x="347411" y="785606"/>
                    <a:pt x="314629" y="835441"/>
                    <a:pt x="377072" y="772998"/>
                  </a:cubicBezTo>
                  <a:cubicBezTo>
                    <a:pt x="385083" y="764987"/>
                    <a:pt x="387915" y="752728"/>
                    <a:pt x="395926" y="744717"/>
                  </a:cubicBezTo>
                  <a:cubicBezTo>
                    <a:pt x="403937" y="736706"/>
                    <a:pt x="415503" y="733117"/>
                    <a:pt x="424206" y="725864"/>
                  </a:cubicBezTo>
                  <a:cubicBezTo>
                    <a:pt x="464152" y="692575"/>
                    <a:pt x="478693" y="651142"/>
                    <a:pt x="537328" y="631596"/>
                  </a:cubicBezTo>
                  <a:lnTo>
                    <a:pt x="565608" y="622169"/>
                  </a:lnTo>
                  <a:cubicBezTo>
                    <a:pt x="605444" y="542499"/>
                    <a:pt x="556827" y="615874"/>
                    <a:pt x="622169" y="575035"/>
                  </a:cubicBezTo>
                  <a:cubicBezTo>
                    <a:pt x="637242" y="565614"/>
                    <a:pt x="645086" y="547188"/>
                    <a:pt x="659876" y="537328"/>
                  </a:cubicBezTo>
                  <a:cubicBezTo>
                    <a:pt x="683261" y="521738"/>
                    <a:pt x="715417" y="519494"/>
                    <a:pt x="735291" y="499620"/>
                  </a:cubicBezTo>
                  <a:cubicBezTo>
                    <a:pt x="810439" y="424472"/>
                    <a:pt x="771100" y="441178"/>
                    <a:pt x="838985" y="424206"/>
                  </a:cubicBezTo>
                  <a:cubicBezTo>
                    <a:pt x="854696" y="414779"/>
                    <a:pt x="868900" y="402187"/>
                    <a:pt x="886119" y="395926"/>
                  </a:cubicBezTo>
                  <a:cubicBezTo>
                    <a:pt x="904082" y="389394"/>
                    <a:pt x="923937" y="390248"/>
                    <a:pt x="942680" y="386499"/>
                  </a:cubicBezTo>
                  <a:cubicBezTo>
                    <a:pt x="955384" y="383958"/>
                    <a:pt x="968096" y="381169"/>
                    <a:pt x="980387" y="377072"/>
                  </a:cubicBezTo>
                  <a:cubicBezTo>
                    <a:pt x="996440" y="371721"/>
                    <a:pt x="1011313" y="363081"/>
                    <a:pt x="1027521" y="358218"/>
                  </a:cubicBezTo>
                  <a:cubicBezTo>
                    <a:pt x="1097567" y="337204"/>
                    <a:pt x="1252768" y="340947"/>
                    <a:pt x="1282045" y="339365"/>
                  </a:cubicBezTo>
                  <a:cubicBezTo>
                    <a:pt x="1375826" y="334296"/>
                    <a:pt x="1560680" y="319927"/>
                    <a:pt x="1640264" y="311084"/>
                  </a:cubicBezTo>
                  <a:cubicBezTo>
                    <a:pt x="1668544" y="307942"/>
                    <a:pt x="1696741" y="303926"/>
                    <a:pt x="1725105" y="301657"/>
                  </a:cubicBezTo>
                  <a:cubicBezTo>
                    <a:pt x="1775319" y="297640"/>
                    <a:pt x="1825658" y="295373"/>
                    <a:pt x="1875934" y="292231"/>
                  </a:cubicBezTo>
                  <a:cubicBezTo>
                    <a:pt x="1882218" y="270235"/>
                    <a:pt x="1888768" y="248313"/>
                    <a:pt x="1894787" y="226243"/>
                  </a:cubicBezTo>
                  <a:cubicBezTo>
                    <a:pt x="1898196" y="213744"/>
                    <a:pt x="1898420" y="200124"/>
                    <a:pt x="1904214" y="188536"/>
                  </a:cubicBezTo>
                  <a:cubicBezTo>
                    <a:pt x="1911241" y="174483"/>
                    <a:pt x="1923068" y="163398"/>
                    <a:pt x="1932495" y="150829"/>
                  </a:cubicBezTo>
                  <a:cubicBezTo>
                    <a:pt x="1935637" y="141402"/>
                    <a:pt x="1935820" y="130392"/>
                    <a:pt x="1941921" y="122548"/>
                  </a:cubicBezTo>
                  <a:cubicBezTo>
                    <a:pt x="1976520" y="78063"/>
                    <a:pt x="1991446" y="66309"/>
                    <a:pt x="2036189" y="47134"/>
                  </a:cubicBezTo>
                  <a:cubicBezTo>
                    <a:pt x="2067296" y="33803"/>
                    <a:pt x="2096731" y="12238"/>
                    <a:pt x="2130458" y="9427"/>
                  </a:cubicBezTo>
                  <a:lnTo>
                    <a:pt x="2243579" y="0"/>
                  </a:lnTo>
                  <a:cubicBezTo>
                    <a:pt x="2275002" y="9427"/>
                    <a:pt x="2307693" y="15357"/>
                    <a:pt x="2337847" y="28280"/>
                  </a:cubicBezTo>
                  <a:cubicBezTo>
                    <a:pt x="2352288" y="34469"/>
                    <a:pt x="2363625" y="46336"/>
                    <a:pt x="2375554" y="56561"/>
                  </a:cubicBezTo>
                  <a:cubicBezTo>
                    <a:pt x="2399976" y="77494"/>
                    <a:pt x="2422804" y="106991"/>
                    <a:pt x="2441542" y="131975"/>
                  </a:cubicBezTo>
                  <a:cubicBezTo>
                    <a:pt x="2448340" y="141039"/>
                    <a:pt x="2453143" y="151551"/>
                    <a:pt x="2460396" y="160255"/>
                  </a:cubicBezTo>
                  <a:cubicBezTo>
                    <a:pt x="2468931" y="170497"/>
                    <a:pt x="2479249" y="179109"/>
                    <a:pt x="2488676" y="188536"/>
                  </a:cubicBezTo>
                  <a:cubicBezTo>
                    <a:pt x="2497833" y="225162"/>
                    <a:pt x="2495278" y="235673"/>
                    <a:pt x="2526383" y="263950"/>
                  </a:cubicBezTo>
                  <a:cubicBezTo>
                    <a:pt x="2549634" y="285087"/>
                    <a:pt x="2601798" y="320511"/>
                    <a:pt x="2601798" y="320511"/>
                  </a:cubicBezTo>
                  <a:cubicBezTo>
                    <a:pt x="2623794" y="314226"/>
                    <a:pt x="2647788" y="312767"/>
                    <a:pt x="2667785" y="301657"/>
                  </a:cubicBezTo>
                  <a:cubicBezTo>
                    <a:pt x="2677689" y="296155"/>
                    <a:pt x="2678628" y="281388"/>
                    <a:pt x="2686639" y="273377"/>
                  </a:cubicBezTo>
                  <a:cubicBezTo>
                    <a:pt x="2697749" y="262268"/>
                    <a:pt x="2713237" y="256206"/>
                    <a:pt x="2724346" y="245097"/>
                  </a:cubicBezTo>
                  <a:cubicBezTo>
                    <a:pt x="2741700" y="227743"/>
                    <a:pt x="2755769" y="207390"/>
                    <a:pt x="2771480" y="188536"/>
                  </a:cubicBezTo>
                  <a:cubicBezTo>
                    <a:pt x="2774622" y="175967"/>
                    <a:pt x="2774040" y="161816"/>
                    <a:pt x="2780907" y="150829"/>
                  </a:cubicBezTo>
                  <a:cubicBezTo>
                    <a:pt x="2826186" y="78383"/>
                    <a:pt x="2853351" y="121137"/>
                    <a:pt x="2941163" y="141402"/>
                  </a:cubicBezTo>
                  <a:cubicBezTo>
                    <a:pt x="2963713" y="156435"/>
                    <a:pt x="2981227" y="165441"/>
                    <a:pt x="2997724" y="188536"/>
                  </a:cubicBezTo>
                  <a:cubicBezTo>
                    <a:pt x="3005892" y="199971"/>
                    <a:pt x="3007950" y="215151"/>
                    <a:pt x="3016577" y="226243"/>
                  </a:cubicBezTo>
                  <a:cubicBezTo>
                    <a:pt x="3077834" y="305002"/>
                    <a:pt x="3048249" y="241095"/>
                    <a:pt x="3091992" y="311084"/>
                  </a:cubicBezTo>
                  <a:cubicBezTo>
                    <a:pt x="3134832" y="379628"/>
                    <a:pt x="3090663" y="317411"/>
                    <a:pt x="3120272" y="386499"/>
                  </a:cubicBezTo>
                  <a:cubicBezTo>
                    <a:pt x="3134111" y="418790"/>
                    <a:pt x="3149331" y="450642"/>
                    <a:pt x="3167406" y="480767"/>
                  </a:cubicBezTo>
                  <a:cubicBezTo>
                    <a:pt x="3176833" y="496478"/>
                    <a:pt x="3188104" y="511221"/>
                    <a:pt x="3195686" y="527901"/>
                  </a:cubicBezTo>
                  <a:cubicBezTo>
                    <a:pt x="3203910" y="545993"/>
                    <a:pt x="3209080" y="565353"/>
                    <a:pt x="3214540" y="584462"/>
                  </a:cubicBezTo>
                  <a:cubicBezTo>
                    <a:pt x="3221659" y="609377"/>
                    <a:pt x="3220063" y="637657"/>
                    <a:pt x="3233394" y="659876"/>
                  </a:cubicBezTo>
                  <a:cubicBezTo>
                    <a:pt x="3305984" y="780861"/>
                    <a:pt x="3218909" y="628009"/>
                    <a:pt x="3280528" y="763571"/>
                  </a:cubicBezTo>
                  <a:cubicBezTo>
                    <a:pt x="3288110" y="780251"/>
                    <a:pt x="3301226" y="794025"/>
                    <a:pt x="3308808" y="810705"/>
                  </a:cubicBezTo>
                  <a:cubicBezTo>
                    <a:pt x="3356886" y="916476"/>
                    <a:pt x="3302021" y="828804"/>
                    <a:pt x="3346515" y="895546"/>
                  </a:cubicBezTo>
                  <a:cubicBezTo>
                    <a:pt x="3352800" y="917542"/>
                    <a:pt x="3357551" y="940035"/>
                    <a:pt x="3365369" y="961534"/>
                  </a:cubicBezTo>
                  <a:cubicBezTo>
                    <a:pt x="3374887" y="987710"/>
                    <a:pt x="3399847" y="1023594"/>
                    <a:pt x="3412503" y="1046375"/>
                  </a:cubicBezTo>
                  <a:cubicBezTo>
                    <a:pt x="3419328" y="1058659"/>
                    <a:pt x="3422925" y="1072840"/>
                    <a:pt x="3431357" y="1084082"/>
                  </a:cubicBezTo>
                  <a:cubicBezTo>
                    <a:pt x="3442022" y="1098302"/>
                    <a:pt x="3457685" y="1108134"/>
                    <a:pt x="3469064" y="1121789"/>
                  </a:cubicBezTo>
                  <a:cubicBezTo>
                    <a:pt x="3489180" y="1145929"/>
                    <a:pt x="3508195" y="1171058"/>
                    <a:pt x="3525625" y="1197204"/>
                  </a:cubicBezTo>
                  <a:cubicBezTo>
                    <a:pt x="3531909" y="1206631"/>
                    <a:pt x="3537225" y="1216781"/>
                    <a:pt x="3544478" y="1225484"/>
                  </a:cubicBezTo>
                  <a:cubicBezTo>
                    <a:pt x="3553013" y="1235726"/>
                    <a:pt x="3563332" y="1244338"/>
                    <a:pt x="3572759" y="1253765"/>
                  </a:cubicBezTo>
                  <a:cubicBezTo>
                    <a:pt x="3588211" y="1300123"/>
                    <a:pt x="3588271" y="1309192"/>
                    <a:pt x="3610466" y="1348033"/>
                  </a:cubicBezTo>
                  <a:cubicBezTo>
                    <a:pt x="3616087" y="1357870"/>
                    <a:pt x="3620616" y="1369060"/>
                    <a:pt x="3629319" y="1376313"/>
                  </a:cubicBezTo>
                  <a:cubicBezTo>
                    <a:pt x="3640115" y="1385309"/>
                    <a:pt x="3654110" y="1389631"/>
                    <a:pt x="3667027" y="1395167"/>
                  </a:cubicBezTo>
                  <a:cubicBezTo>
                    <a:pt x="3676160" y="1399081"/>
                    <a:pt x="3685721" y="1401980"/>
                    <a:pt x="3695307" y="1404594"/>
                  </a:cubicBezTo>
                  <a:cubicBezTo>
                    <a:pt x="3720306" y="1411412"/>
                    <a:pt x="3770721" y="1423447"/>
                    <a:pt x="3770721" y="1423447"/>
                  </a:cubicBezTo>
                  <a:cubicBezTo>
                    <a:pt x="3838976" y="1468950"/>
                    <a:pt x="3817148" y="1440886"/>
                    <a:pt x="3846136" y="1498862"/>
                  </a:cubicBezTo>
                  <a:lnTo>
                    <a:pt x="3855563" y="1517715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C82A0470-A3B7-1C26-A477-5FD5265F7DD4}"/>
                </a:ext>
              </a:extLst>
            </p:cNvPr>
            <p:cNvCxnSpPr/>
            <p:nvPr/>
          </p:nvCxnSpPr>
          <p:spPr>
            <a:xfrm>
              <a:off x="7136091" y="1231653"/>
              <a:ext cx="0" cy="1568108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AFDA9250-4B36-749F-D789-F229231D1452}"/>
                </a:ext>
              </a:extLst>
            </p:cNvPr>
            <p:cNvCxnSpPr/>
            <p:nvPr/>
          </p:nvCxnSpPr>
          <p:spPr>
            <a:xfrm>
              <a:off x="6396087" y="1282046"/>
              <a:ext cx="0" cy="1568108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431E799A-AD86-3778-B208-985BC7F5B45B}"/>
                </a:ext>
              </a:extLst>
            </p:cNvPr>
            <p:cNvCxnSpPr/>
            <p:nvPr/>
          </p:nvCxnSpPr>
          <p:spPr>
            <a:xfrm>
              <a:off x="9455084" y="1231653"/>
              <a:ext cx="0" cy="1568108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4C6A4611-4A7C-D554-B80C-559D180C6312}"/>
                </a:ext>
              </a:extLst>
            </p:cNvPr>
            <p:cNvSpPr txBox="1"/>
            <p:nvPr/>
          </p:nvSpPr>
          <p:spPr>
            <a:xfrm>
              <a:off x="6433802" y="2870456"/>
              <a:ext cx="812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Take off </a:t>
              </a:r>
              <a:endParaRPr lang="zh-CN" altLang="en-US" sz="1200" dirty="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3E8624AB-74B3-FA56-AB1F-85C8C82F3266}"/>
                </a:ext>
              </a:extLst>
            </p:cNvPr>
            <p:cNvSpPr txBox="1"/>
            <p:nvPr/>
          </p:nvSpPr>
          <p:spPr>
            <a:xfrm>
              <a:off x="5806229" y="2861406"/>
              <a:ext cx="6511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arming</a:t>
              </a:r>
              <a:endParaRPr lang="zh-CN" altLang="en-US" sz="1200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4560ED5A-F725-A152-F495-6FAFD06F4223}"/>
                </a:ext>
              </a:extLst>
            </p:cNvPr>
            <p:cNvSpPr txBox="1"/>
            <p:nvPr/>
          </p:nvSpPr>
          <p:spPr>
            <a:xfrm>
              <a:off x="8108338" y="2839404"/>
              <a:ext cx="5196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flight</a:t>
              </a:r>
              <a:endParaRPr lang="zh-CN" altLang="en-US" sz="1200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638096F5-4A82-B66E-53CD-3F0CEE9455A8}"/>
                </a:ext>
              </a:extLst>
            </p:cNvPr>
            <p:cNvSpPr txBox="1"/>
            <p:nvPr/>
          </p:nvSpPr>
          <p:spPr>
            <a:xfrm>
              <a:off x="9518333" y="2870456"/>
              <a:ext cx="6751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landing</a:t>
              </a:r>
              <a:endParaRPr lang="zh-CN" altLang="en-US" sz="1200" dirty="0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9A5EABD-CDC9-80EC-749C-AADDD17CE758}"/>
              </a:ext>
            </a:extLst>
          </p:cNvPr>
          <p:cNvSpPr txBox="1"/>
          <p:nvPr/>
        </p:nvSpPr>
        <p:spPr>
          <a:xfrm>
            <a:off x="381786" y="3762543"/>
            <a:ext cx="1108120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/>
              <a:t>すべての飛行は、上記の図に示されている</a:t>
            </a:r>
            <a:r>
              <a:rPr lang="en-US" altLang="ja-JP" dirty="0"/>
              <a:t>4</a:t>
            </a:r>
            <a:r>
              <a:rPr lang="ja-JP" altLang="en-US" dirty="0"/>
              <a:t>つのフェーズに分かれています。</a:t>
            </a:r>
            <a:r>
              <a:rPr lang="en-US" altLang="ja-JP" dirty="0"/>
              <a:t>GUI</a:t>
            </a:r>
            <a:r>
              <a:rPr lang="ja-JP" altLang="en-US" dirty="0"/>
              <a:t>は全体のプロセスを管理し、</a:t>
            </a:r>
            <a:r>
              <a:rPr lang="en-US" altLang="ja-JP" dirty="0"/>
              <a:t>SIMXXX</a:t>
            </a:r>
            <a:r>
              <a:rPr lang="ja-JP" altLang="en-US" dirty="0"/>
              <a:t>は</a:t>
            </a:r>
            <a:r>
              <a:rPr lang="en-US" altLang="ja-JP" dirty="0"/>
              <a:t>flight</a:t>
            </a:r>
            <a:r>
              <a:rPr lang="ja-JP" altLang="en-US" dirty="0"/>
              <a:t>フェーズに対応します。</a:t>
            </a:r>
          </a:p>
          <a:p>
            <a:pPr>
              <a:buNone/>
            </a:pPr>
            <a:r>
              <a:rPr lang="ja-JP" altLang="en-US" dirty="0"/>
              <a:t>データを保存する際、異なる</a:t>
            </a:r>
            <a:r>
              <a:rPr lang="en-US" altLang="ja-JP" dirty="0"/>
              <a:t>phase</a:t>
            </a:r>
            <a:r>
              <a:rPr lang="ja-JP" altLang="en-US" dirty="0"/>
              <a:t>コマンドによって</a:t>
            </a:r>
            <a:r>
              <a:rPr lang="en-US" altLang="ja-JP" dirty="0"/>
              <a:t>index</a:t>
            </a:r>
            <a:r>
              <a:rPr lang="ja-JP" altLang="en-US" dirty="0"/>
              <a:t>が設定されます。データの分割時には、この</a:t>
            </a:r>
            <a:r>
              <a:rPr lang="en-US" altLang="ja-JP" dirty="0"/>
              <a:t>index</a:t>
            </a:r>
            <a:r>
              <a:rPr lang="ja-JP" altLang="en-US" dirty="0"/>
              <a:t>を基に必要なフェーズのデータを抽出します。そのため、</a:t>
            </a:r>
            <a:r>
              <a:rPr lang="en-US" altLang="ja-JP" b="1" dirty="0" err="1"/>
              <a:t>create_database</a:t>
            </a:r>
            <a:r>
              <a:rPr lang="ja-JP" altLang="en-US" dirty="0"/>
              <a:t> の処理においても、</a:t>
            </a:r>
            <a:r>
              <a:rPr lang="en-US" altLang="ja-JP" dirty="0"/>
              <a:t>index</a:t>
            </a:r>
            <a:r>
              <a:rPr lang="ja-JP" altLang="en-US" dirty="0"/>
              <a:t>が存在することで、たとえ単独の</a:t>
            </a:r>
            <a:r>
              <a:rPr lang="en-US" altLang="ja-JP" dirty="0"/>
              <a:t>flight</a:t>
            </a:r>
            <a:r>
              <a:rPr lang="ja-JP" altLang="en-US" dirty="0"/>
              <a:t>データであっても誤って分割されることはありません。安心して使用してください。</a:t>
            </a:r>
          </a:p>
          <a:p>
            <a:pPr>
              <a:buNone/>
            </a:pPr>
            <a:r>
              <a:rPr lang="ja-JP" altLang="en-US" dirty="0"/>
              <a:t>データの保存には </a:t>
            </a:r>
            <a:r>
              <a:rPr lang="en-US" altLang="ja-JP" b="1" dirty="0" err="1"/>
              <a:t>logger.save</a:t>
            </a:r>
            <a:r>
              <a:rPr lang="en-US" altLang="ja-JP" b="1" dirty="0"/>
              <a:t>('</a:t>
            </a:r>
            <a:r>
              <a:rPr lang="en-US" altLang="ja-JP" b="1" dirty="0" err="1"/>
              <a:t>aaa</a:t>
            </a:r>
            <a:r>
              <a:rPr lang="en-US" altLang="ja-JP" b="1" dirty="0"/>
              <a:t>')</a:t>
            </a:r>
            <a:r>
              <a:rPr lang="ja-JP" altLang="en-US" dirty="0"/>
              <a:t> を利用してください。（ただし、</a:t>
            </a:r>
            <a:r>
              <a:rPr lang="en-US" altLang="ja-JP" dirty="0"/>
              <a:t>controller</a:t>
            </a:r>
            <a:r>
              <a:rPr lang="ja-JP" altLang="en-US" dirty="0"/>
              <a:t>内ではデータ量が非常に多いため、一部の </a:t>
            </a:r>
            <a:r>
              <a:rPr lang="en-US" altLang="ja-JP" b="1" dirty="0" err="1"/>
              <a:t>obj.result.xx</a:t>
            </a:r>
            <a:r>
              <a:rPr lang="ja-JP" altLang="en-US" dirty="0"/>
              <a:t> などの情報をコメントアウトする必要があります。）</a:t>
            </a:r>
          </a:p>
          <a:p>
            <a:r>
              <a:rPr lang="ja-JP" altLang="en-US" dirty="0"/>
              <a:t>その後、</a:t>
            </a:r>
            <a:r>
              <a:rPr lang="en-US" altLang="ja-JP" b="1" dirty="0" err="1"/>
              <a:t>main_KL</a:t>
            </a:r>
            <a:r>
              <a:rPr lang="ja-JP" altLang="en-US" dirty="0"/>
              <a:t> を使用してデータを統合し、</a:t>
            </a:r>
            <a:r>
              <a:rPr lang="en-US" altLang="ja-JP" dirty="0"/>
              <a:t>Koopman</a:t>
            </a:r>
            <a:r>
              <a:rPr lang="ja-JP" altLang="en-US" dirty="0"/>
              <a:t>アルゴリズムによる解析を行ってください。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388817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204</Words>
  <Application>Microsoft Office PowerPoint</Application>
  <PresentationFormat>ワイド画面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g2481067</dc:creator>
  <cp:lastModifiedBy>g2481067</cp:lastModifiedBy>
  <cp:revision>2</cp:revision>
  <dcterms:created xsi:type="dcterms:W3CDTF">2025-03-13T10:25:54Z</dcterms:created>
  <dcterms:modified xsi:type="dcterms:W3CDTF">2025-03-13T11:16:24Z</dcterms:modified>
</cp:coreProperties>
</file>